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9"/>
  </p:notesMasterIdLst>
  <p:handoutMasterIdLst>
    <p:handoutMasterId r:id="rId10"/>
  </p:handoutMasterIdLst>
  <p:sldIdLst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30"/>
  </p:normalViewPr>
  <p:slideViewPr>
    <p:cSldViewPr showGuides="1">
      <p:cViewPr>
        <p:scale>
          <a:sx n="69" d="100"/>
          <a:sy n="69" d="100"/>
        </p:scale>
        <p:origin x="564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h Moreano Garzon" userId="ca24231b-b37a-42d6-bddf-a8de1605ac35" providerId="ADAL" clId="{9D2A9BCB-29C0-4ABF-BC59-A4EF717D1D7A}"/>
    <pc:docChg chg="modSld">
      <pc:chgData name="Shafath Moreano Garzon" userId="ca24231b-b37a-42d6-bddf-a8de1605ac35" providerId="ADAL" clId="{9D2A9BCB-29C0-4ABF-BC59-A4EF717D1D7A}" dt="2026-07-02T01:57:58.525" v="15" actId="20577"/>
      <pc:docMkLst>
        <pc:docMk/>
      </pc:docMkLst>
      <pc:sldChg chg="modSp mod">
        <pc:chgData name="Shafath Moreano Garzon" userId="ca24231b-b37a-42d6-bddf-a8de1605ac35" providerId="ADAL" clId="{9D2A9BCB-29C0-4ABF-BC59-A4EF717D1D7A}" dt="2026-07-02T01:57:54.109" v="7" actId="20577"/>
        <pc:sldMkLst>
          <pc:docMk/>
          <pc:sldMk cId="2812452602" sldId="258"/>
        </pc:sldMkLst>
        <pc:spChg chg="mod">
          <ac:chgData name="Shafath Moreano Garzon" userId="ca24231b-b37a-42d6-bddf-a8de1605ac35" providerId="ADAL" clId="{9D2A9BCB-29C0-4ABF-BC59-A4EF717D1D7A}" dt="2026-07-02T01:57:54.109" v="7" actId="20577"/>
          <ac:spMkLst>
            <pc:docMk/>
            <pc:sldMk cId="2812452602" sldId="258"/>
            <ac:spMk id="3" creationId="{6A0CBC46-76F5-CB3F-9BF0-DE7BBD3C6643}"/>
          </ac:spMkLst>
        </pc:spChg>
      </pc:sldChg>
      <pc:sldChg chg="modSp mod">
        <pc:chgData name="Shafath Moreano Garzon" userId="ca24231b-b37a-42d6-bddf-a8de1605ac35" providerId="ADAL" clId="{9D2A9BCB-29C0-4ABF-BC59-A4EF717D1D7A}" dt="2026-07-02T01:57:58.525" v="15" actId="20577"/>
        <pc:sldMkLst>
          <pc:docMk/>
          <pc:sldMk cId="3364454774" sldId="259"/>
        </pc:sldMkLst>
        <pc:spChg chg="mod">
          <ac:chgData name="Shafath Moreano Garzon" userId="ca24231b-b37a-42d6-bddf-a8de1605ac35" providerId="ADAL" clId="{9D2A9BCB-29C0-4ABF-BC59-A4EF717D1D7A}" dt="2026-07-02T01:57:58.525" v="15" actId="20577"/>
          <ac:spMkLst>
            <pc:docMk/>
            <pc:sldMk cId="3364454774" sldId="259"/>
            <ac:spMk id="2" creationId="{860665E1-327C-8340-BB4F-0F479BCBAA5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82C9E8-DD26-4BB5-8E48-F25FA7C223A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298EA5-FC53-4FCA-BE97-91F573D4D1FE}">
      <dgm:prSet phldrT="[Text]"/>
      <dgm:spPr/>
      <dgm:t>
        <a:bodyPr/>
        <a:lstStyle/>
        <a:p>
          <a:pPr>
            <a:buNone/>
          </a:pPr>
          <a:r>
            <a:rPr lang="en-US" dirty="0"/>
            <a:t>Student / Customer:</a:t>
          </a:r>
        </a:p>
      </dgm:t>
    </dgm:pt>
    <dgm:pt modelId="{52D4866C-2E23-4376-9CC5-7B3DEA8668B1}" type="parTrans" cxnId="{2E7B35FC-D647-420E-AE76-CAD9450BD66E}">
      <dgm:prSet/>
      <dgm:spPr/>
      <dgm:t>
        <a:bodyPr/>
        <a:lstStyle/>
        <a:p>
          <a:endParaRPr lang="en-US"/>
        </a:p>
      </dgm:t>
    </dgm:pt>
    <dgm:pt modelId="{43BB5E39-B4E5-4317-B985-C1DF999B30AE}" type="sibTrans" cxnId="{2E7B35FC-D647-420E-AE76-CAD9450BD66E}">
      <dgm:prSet/>
      <dgm:spPr/>
      <dgm:t>
        <a:bodyPr/>
        <a:lstStyle/>
        <a:p>
          <a:endParaRPr lang="en-US"/>
        </a:p>
      </dgm:t>
    </dgm:pt>
    <dgm:pt modelId="{8FA4387E-D794-4956-B6A0-F0BE0789E73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Manage student profile</a:t>
          </a:r>
        </a:p>
      </dgm:t>
    </dgm:pt>
    <dgm:pt modelId="{F2D0B4E2-1DA9-46D7-9B58-974F30B400E0}" type="parTrans" cxnId="{B4BC5565-A756-4923-994F-E391B382315D}">
      <dgm:prSet/>
      <dgm:spPr/>
      <dgm:t>
        <a:bodyPr/>
        <a:lstStyle/>
        <a:p>
          <a:endParaRPr lang="en-US"/>
        </a:p>
      </dgm:t>
    </dgm:pt>
    <dgm:pt modelId="{9CBC1317-78E0-4BF1-9339-92639B9E3279}" type="sibTrans" cxnId="{B4BC5565-A756-4923-994F-E391B382315D}">
      <dgm:prSet/>
      <dgm:spPr/>
      <dgm:t>
        <a:bodyPr/>
        <a:lstStyle/>
        <a:p>
          <a:endParaRPr lang="en-US"/>
        </a:p>
      </dgm:t>
    </dgm:pt>
    <dgm:pt modelId="{5DD86C06-BB84-4C44-AB1C-8B3A2665AD24}">
      <dgm:prSet phldrT="[Text]"/>
      <dgm:spPr/>
      <dgm:t>
        <a:bodyPr/>
        <a:lstStyle/>
        <a:p>
          <a:pPr>
            <a:buNone/>
          </a:pPr>
          <a:r>
            <a:rPr lang="en-US" dirty="0"/>
            <a:t>Tutor / Provider:</a:t>
          </a:r>
        </a:p>
      </dgm:t>
    </dgm:pt>
    <dgm:pt modelId="{7625172F-2AD4-4283-953C-1D18014DA6C9}" type="parTrans" cxnId="{A62362B7-671C-4610-B296-3D30D661C46D}">
      <dgm:prSet/>
      <dgm:spPr/>
      <dgm:t>
        <a:bodyPr/>
        <a:lstStyle/>
        <a:p>
          <a:endParaRPr lang="en-US"/>
        </a:p>
      </dgm:t>
    </dgm:pt>
    <dgm:pt modelId="{3F2DDFC3-8E86-4785-A060-4EBF140929B8}" type="sibTrans" cxnId="{A62362B7-671C-4610-B296-3D30D661C46D}">
      <dgm:prSet/>
      <dgm:spPr/>
      <dgm:t>
        <a:bodyPr/>
        <a:lstStyle/>
        <a:p>
          <a:endParaRPr lang="en-US"/>
        </a:p>
      </dgm:t>
    </dgm:pt>
    <dgm:pt modelId="{FFF610CF-E171-4A9E-B4C1-FEC8AE142363}">
      <dgm:prSet phldrT="[Text]"/>
      <dgm:spPr/>
      <dgm:t>
        <a:bodyPr/>
        <a:lstStyle/>
        <a:p>
          <a:pPr>
            <a:buNone/>
          </a:pPr>
          <a:r>
            <a:rPr lang="en-US" dirty="0" err="1"/>
            <a:t>SysAdmin</a:t>
          </a:r>
          <a:r>
            <a:rPr lang="en-US" dirty="0"/>
            <a:t>:</a:t>
          </a:r>
        </a:p>
      </dgm:t>
    </dgm:pt>
    <dgm:pt modelId="{DB51F213-46C9-4983-BB70-67896FAB7EF4}" type="parTrans" cxnId="{9DA021B4-3DE2-468A-B060-1103859742BC}">
      <dgm:prSet/>
      <dgm:spPr/>
      <dgm:t>
        <a:bodyPr/>
        <a:lstStyle/>
        <a:p>
          <a:endParaRPr lang="en-US"/>
        </a:p>
      </dgm:t>
    </dgm:pt>
    <dgm:pt modelId="{8527AB73-CFB2-4BB2-9D22-AB1FF379EEC0}" type="sibTrans" cxnId="{9DA021B4-3DE2-468A-B060-1103859742BC}">
      <dgm:prSet/>
      <dgm:spPr/>
      <dgm:t>
        <a:bodyPr/>
        <a:lstStyle/>
        <a:p>
          <a:endParaRPr lang="en-US"/>
        </a:p>
      </dgm:t>
    </dgm:pt>
    <dgm:pt modelId="{83AE9FCC-A8F6-41EB-AEEE-AF96A4AD565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Manage users</a:t>
          </a:r>
        </a:p>
      </dgm:t>
    </dgm:pt>
    <dgm:pt modelId="{9B8F4783-3CA0-490F-9A58-C63DA3E13604}" type="parTrans" cxnId="{FA802FC5-1AFD-4B12-AF58-FFD9111D70A2}">
      <dgm:prSet/>
      <dgm:spPr/>
      <dgm:t>
        <a:bodyPr/>
        <a:lstStyle/>
        <a:p>
          <a:endParaRPr lang="en-US"/>
        </a:p>
      </dgm:t>
    </dgm:pt>
    <dgm:pt modelId="{C486D237-9AC2-4C9F-A269-8E436FF4470A}" type="sibTrans" cxnId="{FA802FC5-1AFD-4B12-AF58-FFD9111D70A2}">
      <dgm:prSet/>
      <dgm:spPr/>
      <dgm:t>
        <a:bodyPr/>
        <a:lstStyle/>
        <a:p>
          <a:endParaRPr lang="en-US"/>
        </a:p>
      </dgm:t>
    </dgm:pt>
    <dgm:pt modelId="{80994234-8CF5-45C9-8D14-DC6B7CE6C54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Moderate tutor profiles</a:t>
          </a:r>
        </a:p>
      </dgm:t>
    </dgm:pt>
    <dgm:pt modelId="{6951D80A-C0AB-4893-A1DA-1A181A7A53A6}" type="parTrans" cxnId="{26AF1F3B-0768-4D41-B52C-EC7D6C69733B}">
      <dgm:prSet/>
      <dgm:spPr/>
      <dgm:t>
        <a:bodyPr/>
        <a:lstStyle/>
        <a:p>
          <a:endParaRPr lang="en-US"/>
        </a:p>
      </dgm:t>
    </dgm:pt>
    <dgm:pt modelId="{19A8758B-0F92-4B78-98AB-7C8E334DC699}" type="sibTrans" cxnId="{26AF1F3B-0768-4D41-B52C-EC7D6C69733B}">
      <dgm:prSet/>
      <dgm:spPr/>
      <dgm:t>
        <a:bodyPr/>
        <a:lstStyle/>
        <a:p>
          <a:endParaRPr lang="en-US"/>
        </a:p>
      </dgm:t>
    </dgm:pt>
    <dgm:pt modelId="{4D0F3C28-6DFC-4435-8325-F22084970A76}">
      <dgm:prSet phldrT="[Text]"/>
      <dgm:spPr/>
      <dgm:t>
        <a:bodyPr/>
        <a:lstStyle/>
        <a:p>
          <a:endParaRPr lang="en-US" dirty="0"/>
        </a:p>
      </dgm:t>
    </dgm:pt>
    <dgm:pt modelId="{453B1C25-B5B3-4618-8D1C-FC52AA1227CE}" type="parTrans" cxnId="{FB64856C-8858-49A4-9FE4-C3F57CF66535}">
      <dgm:prSet/>
      <dgm:spPr/>
      <dgm:t>
        <a:bodyPr/>
        <a:lstStyle/>
        <a:p>
          <a:endParaRPr lang="en-US"/>
        </a:p>
      </dgm:t>
    </dgm:pt>
    <dgm:pt modelId="{EE677F2E-59AB-4729-96EF-1C7A70F82DF2}" type="sibTrans" cxnId="{FB64856C-8858-49A4-9FE4-C3F57CF66535}">
      <dgm:prSet/>
      <dgm:spPr/>
      <dgm:t>
        <a:bodyPr/>
        <a:lstStyle/>
        <a:p>
          <a:endParaRPr lang="en-US"/>
        </a:p>
      </dgm:t>
    </dgm:pt>
    <dgm:pt modelId="{040A4E0E-A4A4-408D-8B9F-4B75FDD12FA6}">
      <dgm:prSet phldrT="[Text]"/>
      <dgm:spPr/>
      <dgm:t>
        <a:bodyPr/>
        <a:lstStyle/>
        <a:p>
          <a:endParaRPr lang="en-US" dirty="0"/>
        </a:p>
      </dgm:t>
    </dgm:pt>
    <dgm:pt modelId="{F3FCC68A-B95F-46EE-BF1D-3F93AEC9A2B7}" type="parTrans" cxnId="{D6989FE1-A39A-4446-B18F-F6B231E07AC1}">
      <dgm:prSet/>
      <dgm:spPr/>
      <dgm:t>
        <a:bodyPr/>
        <a:lstStyle/>
        <a:p>
          <a:endParaRPr lang="en-US"/>
        </a:p>
      </dgm:t>
    </dgm:pt>
    <dgm:pt modelId="{ACA15398-2C6D-4000-8B61-C675121FB807}" type="sibTrans" cxnId="{D6989FE1-A39A-4446-B18F-F6B231E07AC1}">
      <dgm:prSet/>
      <dgm:spPr/>
      <dgm:t>
        <a:bodyPr/>
        <a:lstStyle/>
        <a:p>
          <a:endParaRPr lang="en-US"/>
        </a:p>
      </dgm:t>
    </dgm:pt>
    <dgm:pt modelId="{27282B9C-AD64-473C-AC87-67D6F782CF79}">
      <dgm:prSet phldrT="[Text]"/>
      <dgm:spPr/>
      <dgm:t>
        <a:bodyPr/>
        <a:lstStyle/>
        <a:p>
          <a:endParaRPr lang="en-US" dirty="0"/>
        </a:p>
      </dgm:t>
    </dgm:pt>
    <dgm:pt modelId="{E54F2F8E-8B90-4534-A57B-A4FEE22FA102}" type="parTrans" cxnId="{9463F62C-727F-4113-8825-886447C38A29}">
      <dgm:prSet/>
      <dgm:spPr/>
      <dgm:t>
        <a:bodyPr/>
        <a:lstStyle/>
        <a:p>
          <a:endParaRPr lang="en-US"/>
        </a:p>
      </dgm:t>
    </dgm:pt>
    <dgm:pt modelId="{FC0413DE-BAB1-47DF-8371-1D3620093891}" type="sibTrans" cxnId="{9463F62C-727F-4113-8825-886447C38A29}">
      <dgm:prSet/>
      <dgm:spPr/>
      <dgm:t>
        <a:bodyPr/>
        <a:lstStyle/>
        <a:p>
          <a:endParaRPr lang="en-US"/>
        </a:p>
      </dgm:t>
    </dgm:pt>
    <dgm:pt modelId="{5E8ECE90-A667-4E03-A13B-107818183904}">
      <dgm:prSet phldrT="[Text]"/>
      <dgm:spPr/>
      <dgm:t>
        <a:bodyPr/>
        <a:lstStyle/>
        <a:p>
          <a:endParaRPr lang="en-US" dirty="0"/>
        </a:p>
      </dgm:t>
    </dgm:pt>
    <dgm:pt modelId="{81C4EB9C-0959-40EA-A3EB-01DDCB4EB18A}" type="parTrans" cxnId="{88EAD847-E8AE-4204-9D93-85EDD7C53929}">
      <dgm:prSet/>
      <dgm:spPr/>
      <dgm:t>
        <a:bodyPr/>
        <a:lstStyle/>
        <a:p>
          <a:endParaRPr lang="en-US"/>
        </a:p>
      </dgm:t>
    </dgm:pt>
    <dgm:pt modelId="{C5A7F671-336D-4657-9053-79ED40792998}" type="sibTrans" cxnId="{88EAD847-E8AE-4204-9D93-85EDD7C53929}">
      <dgm:prSet/>
      <dgm:spPr/>
      <dgm:t>
        <a:bodyPr/>
        <a:lstStyle/>
        <a:p>
          <a:endParaRPr lang="en-US"/>
        </a:p>
      </dgm:t>
    </dgm:pt>
    <dgm:pt modelId="{74F3E210-F6FA-45D4-B575-51DED19E53C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View study resources</a:t>
          </a:r>
        </a:p>
      </dgm:t>
    </dgm:pt>
    <dgm:pt modelId="{BFA2FE0B-F9C2-4D31-BAE3-799AEC88E4D9}" type="parTrans" cxnId="{4E779A2F-59CC-4ECF-8EE1-99E67F823FE4}">
      <dgm:prSet/>
      <dgm:spPr/>
      <dgm:t>
        <a:bodyPr/>
        <a:lstStyle/>
        <a:p>
          <a:endParaRPr lang="en-US"/>
        </a:p>
      </dgm:t>
    </dgm:pt>
    <dgm:pt modelId="{9FDBEEEA-228C-4DC0-B871-C25A878B7136}" type="sibTrans" cxnId="{4E779A2F-59CC-4ECF-8EE1-99E67F823FE4}">
      <dgm:prSet/>
      <dgm:spPr/>
      <dgm:t>
        <a:bodyPr/>
        <a:lstStyle/>
        <a:p>
          <a:endParaRPr lang="en-US"/>
        </a:p>
      </dgm:t>
    </dgm:pt>
    <dgm:pt modelId="{99803142-A5D6-4B21-9E7E-853C5D3EE7F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Book tutoring sessions</a:t>
          </a:r>
        </a:p>
      </dgm:t>
    </dgm:pt>
    <dgm:pt modelId="{3438636C-044F-4843-9A30-D3C8F5751A8C}" type="parTrans" cxnId="{D226BF70-69B5-418F-9BE2-1192A2BFB8AD}">
      <dgm:prSet/>
      <dgm:spPr/>
      <dgm:t>
        <a:bodyPr/>
        <a:lstStyle/>
        <a:p>
          <a:endParaRPr lang="en-US"/>
        </a:p>
      </dgm:t>
    </dgm:pt>
    <dgm:pt modelId="{84ACE68B-1BFC-402E-9C3C-18DE1CED54A3}" type="sibTrans" cxnId="{D226BF70-69B5-418F-9BE2-1192A2BFB8AD}">
      <dgm:prSet/>
      <dgm:spPr/>
      <dgm:t>
        <a:bodyPr/>
        <a:lstStyle/>
        <a:p>
          <a:endParaRPr lang="en-US"/>
        </a:p>
      </dgm:t>
    </dgm:pt>
    <dgm:pt modelId="{1C92ECEE-EC16-4C0B-A20B-24698065E8B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Leave reviews</a:t>
          </a:r>
        </a:p>
      </dgm:t>
    </dgm:pt>
    <dgm:pt modelId="{8AF5A3CB-4D81-4C4F-8A96-34104826563F}" type="parTrans" cxnId="{194C6744-62A6-46FA-9C86-ACD26680A79E}">
      <dgm:prSet/>
      <dgm:spPr/>
      <dgm:t>
        <a:bodyPr/>
        <a:lstStyle/>
        <a:p>
          <a:endParaRPr lang="en-US"/>
        </a:p>
      </dgm:t>
    </dgm:pt>
    <dgm:pt modelId="{6711F857-3F21-4141-B883-988D6874911A}" type="sibTrans" cxnId="{194C6744-62A6-46FA-9C86-ACD26680A79E}">
      <dgm:prSet/>
      <dgm:spPr/>
      <dgm:t>
        <a:bodyPr/>
        <a:lstStyle/>
        <a:p>
          <a:endParaRPr lang="en-US"/>
        </a:p>
      </dgm:t>
    </dgm:pt>
    <dgm:pt modelId="{63295869-46E2-4143-9E6D-269D4B223BC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Manage tutor profile</a:t>
          </a:r>
        </a:p>
      </dgm:t>
    </dgm:pt>
    <dgm:pt modelId="{AA603751-0E06-4301-8A07-E60B67473F51}" type="parTrans" cxnId="{AA484FDC-243C-4569-9E1A-58100089395C}">
      <dgm:prSet/>
      <dgm:spPr/>
      <dgm:t>
        <a:bodyPr/>
        <a:lstStyle/>
        <a:p>
          <a:endParaRPr lang="en-US"/>
        </a:p>
      </dgm:t>
    </dgm:pt>
    <dgm:pt modelId="{6356B65C-EC22-462B-8734-A19A983038A2}" type="sibTrans" cxnId="{AA484FDC-243C-4569-9E1A-58100089395C}">
      <dgm:prSet/>
      <dgm:spPr/>
      <dgm:t>
        <a:bodyPr/>
        <a:lstStyle/>
        <a:p>
          <a:endParaRPr lang="en-US"/>
        </a:p>
      </dgm:t>
    </dgm:pt>
    <dgm:pt modelId="{16DF1881-6823-4E65-BC1A-3E55EBC94E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Post study resources</a:t>
          </a:r>
        </a:p>
      </dgm:t>
    </dgm:pt>
    <dgm:pt modelId="{C5588215-0D1E-4389-9360-30E12B4D71E2}" type="parTrans" cxnId="{EB85C9F5-EBF6-44AE-8215-7A2A002B4A58}">
      <dgm:prSet/>
      <dgm:spPr/>
      <dgm:t>
        <a:bodyPr/>
        <a:lstStyle/>
        <a:p>
          <a:endParaRPr lang="en-US"/>
        </a:p>
      </dgm:t>
    </dgm:pt>
    <dgm:pt modelId="{D342BEE4-61A1-4A85-9C34-C1CFCC8407BE}" type="sibTrans" cxnId="{EB85C9F5-EBF6-44AE-8215-7A2A002B4A58}">
      <dgm:prSet/>
      <dgm:spPr/>
      <dgm:t>
        <a:bodyPr/>
        <a:lstStyle/>
        <a:p>
          <a:endParaRPr lang="en-US"/>
        </a:p>
      </dgm:t>
    </dgm:pt>
    <dgm:pt modelId="{061C53E0-1EA5-44F0-95B6-A717266D11D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View booking statistics</a:t>
          </a:r>
        </a:p>
      </dgm:t>
    </dgm:pt>
    <dgm:pt modelId="{A4F27766-B52A-4AA6-AB6D-6C8610DFF9A9}" type="parTrans" cxnId="{44CDA4E2-321C-4235-B05D-C29D71F50042}">
      <dgm:prSet/>
      <dgm:spPr/>
      <dgm:t>
        <a:bodyPr/>
        <a:lstStyle/>
        <a:p>
          <a:endParaRPr lang="en-US"/>
        </a:p>
      </dgm:t>
    </dgm:pt>
    <dgm:pt modelId="{1FBFF462-1365-41FD-9A62-5CD342611E2F}" type="sibTrans" cxnId="{44CDA4E2-321C-4235-B05D-C29D71F50042}">
      <dgm:prSet/>
      <dgm:spPr/>
      <dgm:t>
        <a:bodyPr/>
        <a:lstStyle/>
        <a:p>
          <a:endParaRPr lang="en-US"/>
        </a:p>
      </dgm:t>
    </dgm:pt>
    <dgm:pt modelId="{6DAD4766-264B-42EB-9277-6366C385C27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Reply to reviews</a:t>
          </a:r>
        </a:p>
      </dgm:t>
    </dgm:pt>
    <dgm:pt modelId="{CBF79768-3FAF-4809-827E-37A5AFE58E98}" type="parTrans" cxnId="{B2DEB33C-5B3E-4788-9A35-7930E2F4CA85}">
      <dgm:prSet/>
      <dgm:spPr/>
      <dgm:t>
        <a:bodyPr/>
        <a:lstStyle/>
        <a:p>
          <a:endParaRPr lang="en-US"/>
        </a:p>
      </dgm:t>
    </dgm:pt>
    <dgm:pt modelId="{A9B1F89B-736D-4956-859E-F9C1256AAB27}" type="sibTrans" cxnId="{B2DEB33C-5B3E-4788-9A35-7930E2F4CA85}">
      <dgm:prSet/>
      <dgm:spPr/>
      <dgm:t>
        <a:bodyPr/>
        <a:lstStyle/>
        <a:p>
          <a:endParaRPr lang="en-US"/>
        </a:p>
      </dgm:t>
    </dgm:pt>
    <dgm:pt modelId="{64FC04DE-AB0F-47D1-83A8-375BE6B748F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Moderate resources and reviews</a:t>
          </a:r>
        </a:p>
      </dgm:t>
    </dgm:pt>
    <dgm:pt modelId="{B5AB14E0-62F1-40C2-B505-A5AF48EA3521}" type="parTrans" cxnId="{ED553D2A-6713-45B6-AAC6-56B749D958C5}">
      <dgm:prSet/>
      <dgm:spPr/>
      <dgm:t>
        <a:bodyPr/>
        <a:lstStyle/>
        <a:p>
          <a:endParaRPr lang="en-US"/>
        </a:p>
      </dgm:t>
    </dgm:pt>
    <dgm:pt modelId="{1010BB6D-0BCF-49F5-8629-690AB98236F8}" type="sibTrans" cxnId="{ED553D2A-6713-45B6-AAC6-56B749D958C5}">
      <dgm:prSet/>
      <dgm:spPr/>
      <dgm:t>
        <a:bodyPr/>
        <a:lstStyle/>
        <a:p>
          <a:endParaRPr lang="en-US"/>
        </a:p>
      </dgm:t>
    </dgm:pt>
    <dgm:pt modelId="{EDA3EA52-15BC-4ED1-9422-6B14DF08C0A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View usage statistics</a:t>
          </a:r>
        </a:p>
      </dgm:t>
    </dgm:pt>
    <dgm:pt modelId="{0A068228-0D36-455F-84B6-8A12A3071852}" type="parTrans" cxnId="{89ABEC53-1AF7-47BA-BF2C-BE83303ED755}">
      <dgm:prSet/>
      <dgm:spPr/>
      <dgm:t>
        <a:bodyPr/>
        <a:lstStyle/>
        <a:p>
          <a:endParaRPr lang="en-US"/>
        </a:p>
      </dgm:t>
    </dgm:pt>
    <dgm:pt modelId="{5080DDE7-196E-43FA-9367-448C9984A456}" type="sibTrans" cxnId="{89ABEC53-1AF7-47BA-BF2C-BE83303ED755}">
      <dgm:prSet/>
      <dgm:spPr/>
      <dgm:t>
        <a:bodyPr/>
        <a:lstStyle/>
        <a:p>
          <a:endParaRPr lang="en-US"/>
        </a:p>
      </dgm:t>
    </dgm:pt>
    <dgm:pt modelId="{909C6434-0CC8-4000-B62C-ED32954167BB}" type="pres">
      <dgm:prSet presAssocID="{C882C9E8-DD26-4BB5-8E48-F25FA7C223A2}" presName="Name0" presStyleCnt="0">
        <dgm:presLayoutVars>
          <dgm:dir/>
          <dgm:animLvl val="lvl"/>
          <dgm:resizeHandles val="exact"/>
        </dgm:presLayoutVars>
      </dgm:prSet>
      <dgm:spPr/>
    </dgm:pt>
    <dgm:pt modelId="{E1F44AFD-2CDF-4D17-BA3E-7BE53513E8FB}" type="pres">
      <dgm:prSet presAssocID="{67298EA5-FC53-4FCA-BE97-91F573D4D1FE}" presName="composite" presStyleCnt="0"/>
      <dgm:spPr/>
    </dgm:pt>
    <dgm:pt modelId="{0B71C9D1-E080-46EC-AF16-6070DED9ED6B}" type="pres">
      <dgm:prSet presAssocID="{67298EA5-FC53-4FCA-BE97-91F573D4D1F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0256CEF-E726-42BB-928E-D245D85FA7BD}" type="pres">
      <dgm:prSet presAssocID="{67298EA5-FC53-4FCA-BE97-91F573D4D1FE}" presName="desTx" presStyleLbl="alignAccFollowNode1" presStyleIdx="0" presStyleCnt="3">
        <dgm:presLayoutVars>
          <dgm:bulletEnabled val="1"/>
        </dgm:presLayoutVars>
      </dgm:prSet>
      <dgm:spPr/>
    </dgm:pt>
    <dgm:pt modelId="{F0CCFC18-3214-452E-9155-16A543C2802C}" type="pres">
      <dgm:prSet presAssocID="{43BB5E39-B4E5-4317-B985-C1DF999B30AE}" presName="space" presStyleCnt="0"/>
      <dgm:spPr/>
    </dgm:pt>
    <dgm:pt modelId="{4486D990-4DEB-4474-97FC-C83888E66030}" type="pres">
      <dgm:prSet presAssocID="{5DD86C06-BB84-4C44-AB1C-8B3A2665AD24}" presName="composite" presStyleCnt="0"/>
      <dgm:spPr/>
    </dgm:pt>
    <dgm:pt modelId="{F51D2967-DCDD-4B79-A821-A88105162581}" type="pres">
      <dgm:prSet presAssocID="{5DD86C06-BB84-4C44-AB1C-8B3A2665AD2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C38E1DE-9A79-423C-A501-3EF1FA914B06}" type="pres">
      <dgm:prSet presAssocID="{5DD86C06-BB84-4C44-AB1C-8B3A2665AD24}" presName="desTx" presStyleLbl="alignAccFollowNode1" presStyleIdx="1" presStyleCnt="3" custLinFactNeighborX="46" custLinFactNeighborY="353">
        <dgm:presLayoutVars>
          <dgm:bulletEnabled val="1"/>
        </dgm:presLayoutVars>
      </dgm:prSet>
      <dgm:spPr/>
    </dgm:pt>
    <dgm:pt modelId="{97D74C10-96EE-49BF-A9AF-147741B80584}" type="pres">
      <dgm:prSet presAssocID="{3F2DDFC3-8E86-4785-A060-4EBF140929B8}" presName="space" presStyleCnt="0"/>
      <dgm:spPr/>
    </dgm:pt>
    <dgm:pt modelId="{2C02DB8C-D2AF-42ED-A981-03B6094DEE21}" type="pres">
      <dgm:prSet presAssocID="{FFF610CF-E171-4A9E-B4C1-FEC8AE142363}" presName="composite" presStyleCnt="0"/>
      <dgm:spPr/>
    </dgm:pt>
    <dgm:pt modelId="{4F903BE1-9981-410E-9BA6-F7621E0F5970}" type="pres">
      <dgm:prSet presAssocID="{FFF610CF-E171-4A9E-B4C1-FEC8AE142363}" presName="parTx" presStyleLbl="alignNode1" presStyleIdx="2" presStyleCnt="3" custLinFactNeighborX="2198" custLinFactNeighborY="-26105">
        <dgm:presLayoutVars>
          <dgm:chMax val="0"/>
          <dgm:chPref val="0"/>
          <dgm:bulletEnabled val="1"/>
        </dgm:presLayoutVars>
      </dgm:prSet>
      <dgm:spPr/>
    </dgm:pt>
    <dgm:pt modelId="{B2005022-EC21-457D-8495-00B62F49E2F1}" type="pres">
      <dgm:prSet presAssocID="{FFF610CF-E171-4A9E-B4C1-FEC8AE14236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64A5209-11E3-49A8-82A7-85B4085E1CD7}" type="presOf" srcId="{5DD86C06-BB84-4C44-AB1C-8B3A2665AD24}" destId="{F51D2967-DCDD-4B79-A821-A88105162581}" srcOrd="0" destOrd="0" presId="urn:microsoft.com/office/officeart/2005/8/layout/hList1"/>
    <dgm:cxn modelId="{3E0F5512-98BB-46F1-BDA8-71307C0D3184}" type="presOf" srcId="{FFF610CF-E171-4A9E-B4C1-FEC8AE142363}" destId="{4F903BE1-9981-410E-9BA6-F7621E0F5970}" srcOrd="0" destOrd="0" presId="urn:microsoft.com/office/officeart/2005/8/layout/hList1"/>
    <dgm:cxn modelId="{3D57BB20-0BC9-47F8-8331-01D51360E009}" type="presOf" srcId="{63295869-46E2-4143-9E6D-269D4B223BCF}" destId="{CC38E1DE-9A79-423C-A501-3EF1FA914B06}" srcOrd="0" destOrd="0" presId="urn:microsoft.com/office/officeart/2005/8/layout/hList1"/>
    <dgm:cxn modelId="{ED553D2A-6713-45B6-AAC6-56B749D958C5}" srcId="{FFF610CF-E171-4A9E-B4C1-FEC8AE142363}" destId="{64FC04DE-AB0F-47D1-83A8-375BE6B748F1}" srcOrd="2" destOrd="0" parTransId="{B5AB14E0-62F1-40C2-B505-A5AF48EA3521}" sibTransId="{1010BB6D-0BCF-49F5-8629-690AB98236F8}"/>
    <dgm:cxn modelId="{9463F62C-727F-4113-8825-886447C38A29}" srcId="{67298EA5-FC53-4FCA-BE97-91F573D4D1FE}" destId="{27282B9C-AD64-473C-AC87-67D6F782CF79}" srcOrd="6" destOrd="0" parTransId="{E54F2F8E-8B90-4534-A57B-A4FEE22FA102}" sibTransId="{FC0413DE-BAB1-47DF-8371-1D3620093891}"/>
    <dgm:cxn modelId="{4E779A2F-59CC-4ECF-8EE1-99E67F823FE4}" srcId="{67298EA5-FC53-4FCA-BE97-91F573D4D1FE}" destId="{74F3E210-F6FA-45D4-B575-51DED19E53C8}" srcOrd="1" destOrd="0" parTransId="{BFA2FE0B-F9C2-4D31-BAE3-799AEC88E4D9}" sibTransId="{9FDBEEEA-228C-4DC0-B871-C25A878B7136}"/>
    <dgm:cxn modelId="{CD44B431-4185-4F8C-AB99-19381E0619D8}" type="presOf" srcId="{6DAD4766-264B-42EB-9277-6366C385C275}" destId="{CC38E1DE-9A79-423C-A501-3EF1FA914B06}" srcOrd="0" destOrd="3" presId="urn:microsoft.com/office/officeart/2005/8/layout/hList1"/>
    <dgm:cxn modelId="{97B86F32-75F1-4CA3-B08C-68C26D8C12E8}" type="presOf" srcId="{64FC04DE-AB0F-47D1-83A8-375BE6B748F1}" destId="{B2005022-EC21-457D-8495-00B62F49E2F1}" srcOrd="0" destOrd="2" presId="urn:microsoft.com/office/officeart/2005/8/layout/hList1"/>
    <dgm:cxn modelId="{26AF1F3B-0768-4D41-B52C-EC7D6C69733B}" srcId="{FFF610CF-E171-4A9E-B4C1-FEC8AE142363}" destId="{80994234-8CF5-45C9-8D14-DC6B7CE6C54D}" srcOrd="1" destOrd="0" parTransId="{6951D80A-C0AB-4893-A1DA-1A181A7A53A6}" sibTransId="{19A8758B-0F92-4B78-98AB-7C8E334DC699}"/>
    <dgm:cxn modelId="{B2DEB33C-5B3E-4788-9A35-7930E2F4CA85}" srcId="{5DD86C06-BB84-4C44-AB1C-8B3A2665AD24}" destId="{6DAD4766-264B-42EB-9277-6366C385C275}" srcOrd="3" destOrd="0" parTransId="{CBF79768-3FAF-4809-827E-37A5AFE58E98}" sibTransId="{A9B1F89B-736D-4956-859E-F9C1256AAB27}"/>
    <dgm:cxn modelId="{5777F140-54D1-40C8-A826-D716F13B1FBD}" type="presOf" srcId="{1C92ECEE-EC16-4C0B-A20B-24698065E8BD}" destId="{E0256CEF-E726-42BB-928E-D245D85FA7BD}" srcOrd="0" destOrd="3" presId="urn:microsoft.com/office/officeart/2005/8/layout/hList1"/>
    <dgm:cxn modelId="{194C6744-62A6-46FA-9C86-ACD26680A79E}" srcId="{67298EA5-FC53-4FCA-BE97-91F573D4D1FE}" destId="{1C92ECEE-EC16-4C0B-A20B-24698065E8BD}" srcOrd="3" destOrd="0" parTransId="{8AF5A3CB-4D81-4C4F-8A96-34104826563F}" sibTransId="{6711F857-3F21-4141-B883-988D6874911A}"/>
    <dgm:cxn modelId="{B4BC5565-A756-4923-994F-E391B382315D}" srcId="{67298EA5-FC53-4FCA-BE97-91F573D4D1FE}" destId="{8FA4387E-D794-4956-B6A0-F0BE0789E73A}" srcOrd="0" destOrd="0" parTransId="{F2D0B4E2-1DA9-46D7-9B58-974F30B400E0}" sibTransId="{9CBC1317-78E0-4BF1-9339-92639B9E3279}"/>
    <dgm:cxn modelId="{88EAD847-E8AE-4204-9D93-85EDD7C53929}" srcId="{67298EA5-FC53-4FCA-BE97-91F573D4D1FE}" destId="{5E8ECE90-A667-4E03-A13B-107818183904}" srcOrd="7" destOrd="0" parTransId="{81C4EB9C-0959-40EA-A3EB-01DDCB4EB18A}" sibTransId="{C5A7F671-336D-4657-9053-79ED40792998}"/>
    <dgm:cxn modelId="{BFC9316C-894C-4F7C-B8E9-A269A0E89FE3}" type="presOf" srcId="{4D0F3C28-6DFC-4435-8325-F22084970A76}" destId="{E0256CEF-E726-42BB-928E-D245D85FA7BD}" srcOrd="0" destOrd="4" presId="urn:microsoft.com/office/officeart/2005/8/layout/hList1"/>
    <dgm:cxn modelId="{FB64856C-8858-49A4-9FE4-C3F57CF66535}" srcId="{67298EA5-FC53-4FCA-BE97-91F573D4D1FE}" destId="{4D0F3C28-6DFC-4435-8325-F22084970A76}" srcOrd="4" destOrd="0" parTransId="{453B1C25-B5B3-4618-8D1C-FC52AA1227CE}" sibTransId="{EE677F2E-59AB-4729-96EF-1C7A70F82DF2}"/>
    <dgm:cxn modelId="{D226BF70-69B5-418F-9BE2-1192A2BFB8AD}" srcId="{67298EA5-FC53-4FCA-BE97-91F573D4D1FE}" destId="{99803142-A5D6-4B21-9E7E-853C5D3EE7FA}" srcOrd="2" destOrd="0" parTransId="{3438636C-044F-4843-9A30-D3C8F5751A8C}" sibTransId="{84ACE68B-1BFC-402E-9C3C-18DE1CED54A3}"/>
    <dgm:cxn modelId="{89ABEC53-1AF7-47BA-BF2C-BE83303ED755}" srcId="{FFF610CF-E171-4A9E-B4C1-FEC8AE142363}" destId="{EDA3EA52-15BC-4ED1-9422-6B14DF08C0A5}" srcOrd="3" destOrd="0" parTransId="{0A068228-0D36-455F-84B6-8A12A3071852}" sibTransId="{5080DDE7-196E-43FA-9367-448C9984A456}"/>
    <dgm:cxn modelId="{7F374279-34C7-4973-BA99-18FAA8974F4A}" type="presOf" srcId="{C882C9E8-DD26-4BB5-8E48-F25FA7C223A2}" destId="{909C6434-0CC8-4000-B62C-ED32954167BB}" srcOrd="0" destOrd="0" presId="urn:microsoft.com/office/officeart/2005/8/layout/hList1"/>
    <dgm:cxn modelId="{B1FF9D7A-9689-4085-9454-93D2ED2946A4}" type="presOf" srcId="{27282B9C-AD64-473C-AC87-67D6F782CF79}" destId="{E0256CEF-E726-42BB-928E-D245D85FA7BD}" srcOrd="0" destOrd="6" presId="urn:microsoft.com/office/officeart/2005/8/layout/hList1"/>
    <dgm:cxn modelId="{DA3C1F8A-4762-4AEE-AE56-CD23D09CD9B3}" type="presOf" srcId="{80994234-8CF5-45C9-8D14-DC6B7CE6C54D}" destId="{B2005022-EC21-457D-8495-00B62F49E2F1}" srcOrd="0" destOrd="1" presId="urn:microsoft.com/office/officeart/2005/8/layout/hList1"/>
    <dgm:cxn modelId="{D4262D8B-51A1-49E1-B062-E5A8E5D9C240}" type="presOf" srcId="{EDA3EA52-15BC-4ED1-9422-6B14DF08C0A5}" destId="{B2005022-EC21-457D-8495-00B62F49E2F1}" srcOrd="0" destOrd="3" presId="urn:microsoft.com/office/officeart/2005/8/layout/hList1"/>
    <dgm:cxn modelId="{5C1DDD8F-6F9A-4B14-BC3D-C02F6B3161CD}" type="presOf" srcId="{83AE9FCC-A8F6-41EB-AEEE-AF96A4AD5655}" destId="{B2005022-EC21-457D-8495-00B62F49E2F1}" srcOrd="0" destOrd="0" presId="urn:microsoft.com/office/officeart/2005/8/layout/hList1"/>
    <dgm:cxn modelId="{2CC8FF93-37EF-46B1-A4CC-C2FC84A50754}" type="presOf" srcId="{040A4E0E-A4A4-408D-8B9F-4B75FDD12FA6}" destId="{E0256CEF-E726-42BB-928E-D245D85FA7BD}" srcOrd="0" destOrd="5" presId="urn:microsoft.com/office/officeart/2005/8/layout/hList1"/>
    <dgm:cxn modelId="{F2B43DA1-27D8-4FFC-8F12-E8134F41A1E8}" type="presOf" srcId="{67298EA5-FC53-4FCA-BE97-91F573D4D1FE}" destId="{0B71C9D1-E080-46EC-AF16-6070DED9ED6B}" srcOrd="0" destOrd="0" presId="urn:microsoft.com/office/officeart/2005/8/layout/hList1"/>
    <dgm:cxn modelId="{9DA021B4-3DE2-468A-B060-1103859742BC}" srcId="{C882C9E8-DD26-4BB5-8E48-F25FA7C223A2}" destId="{FFF610CF-E171-4A9E-B4C1-FEC8AE142363}" srcOrd="2" destOrd="0" parTransId="{DB51F213-46C9-4983-BB70-67896FAB7EF4}" sibTransId="{8527AB73-CFB2-4BB2-9D22-AB1FF379EEC0}"/>
    <dgm:cxn modelId="{70D50FB7-19E3-4439-8DFE-21CBA10D2322}" type="presOf" srcId="{061C53E0-1EA5-44F0-95B6-A717266D11DF}" destId="{CC38E1DE-9A79-423C-A501-3EF1FA914B06}" srcOrd="0" destOrd="2" presId="urn:microsoft.com/office/officeart/2005/8/layout/hList1"/>
    <dgm:cxn modelId="{A62362B7-671C-4610-B296-3D30D661C46D}" srcId="{C882C9E8-DD26-4BB5-8E48-F25FA7C223A2}" destId="{5DD86C06-BB84-4C44-AB1C-8B3A2665AD24}" srcOrd="1" destOrd="0" parTransId="{7625172F-2AD4-4283-953C-1D18014DA6C9}" sibTransId="{3F2DDFC3-8E86-4785-A060-4EBF140929B8}"/>
    <dgm:cxn modelId="{A31BAABA-12DB-477A-99A2-6EB96C29C06A}" type="presOf" srcId="{74F3E210-F6FA-45D4-B575-51DED19E53C8}" destId="{E0256CEF-E726-42BB-928E-D245D85FA7BD}" srcOrd="0" destOrd="1" presId="urn:microsoft.com/office/officeart/2005/8/layout/hList1"/>
    <dgm:cxn modelId="{8987DCC2-C3B0-4792-B9D4-AC98D73F21D1}" type="presOf" srcId="{16DF1881-6823-4E65-BC1A-3E55EBC94EDD}" destId="{CC38E1DE-9A79-423C-A501-3EF1FA914B06}" srcOrd="0" destOrd="1" presId="urn:microsoft.com/office/officeart/2005/8/layout/hList1"/>
    <dgm:cxn modelId="{FA802FC5-1AFD-4B12-AF58-FFD9111D70A2}" srcId="{FFF610CF-E171-4A9E-B4C1-FEC8AE142363}" destId="{83AE9FCC-A8F6-41EB-AEEE-AF96A4AD5655}" srcOrd="0" destOrd="0" parTransId="{9B8F4783-3CA0-490F-9A58-C63DA3E13604}" sibTransId="{C486D237-9AC2-4C9F-A269-8E436FF4470A}"/>
    <dgm:cxn modelId="{F0C545C9-1DA7-4D13-A311-8DA93DFD296D}" type="presOf" srcId="{5E8ECE90-A667-4E03-A13B-107818183904}" destId="{E0256CEF-E726-42BB-928E-D245D85FA7BD}" srcOrd="0" destOrd="7" presId="urn:microsoft.com/office/officeart/2005/8/layout/hList1"/>
    <dgm:cxn modelId="{AA484FDC-243C-4569-9E1A-58100089395C}" srcId="{5DD86C06-BB84-4C44-AB1C-8B3A2665AD24}" destId="{63295869-46E2-4143-9E6D-269D4B223BCF}" srcOrd="0" destOrd="0" parTransId="{AA603751-0E06-4301-8A07-E60B67473F51}" sibTransId="{6356B65C-EC22-462B-8734-A19A983038A2}"/>
    <dgm:cxn modelId="{D6989FE1-A39A-4446-B18F-F6B231E07AC1}" srcId="{67298EA5-FC53-4FCA-BE97-91F573D4D1FE}" destId="{040A4E0E-A4A4-408D-8B9F-4B75FDD12FA6}" srcOrd="5" destOrd="0" parTransId="{F3FCC68A-B95F-46EE-BF1D-3F93AEC9A2B7}" sibTransId="{ACA15398-2C6D-4000-8B61-C675121FB807}"/>
    <dgm:cxn modelId="{44CDA4E2-321C-4235-B05D-C29D71F50042}" srcId="{5DD86C06-BB84-4C44-AB1C-8B3A2665AD24}" destId="{061C53E0-1EA5-44F0-95B6-A717266D11DF}" srcOrd="2" destOrd="0" parTransId="{A4F27766-B52A-4AA6-AB6D-6C8610DFF9A9}" sibTransId="{1FBFF462-1365-41FD-9A62-5CD342611E2F}"/>
    <dgm:cxn modelId="{012E6DE7-C027-4D5A-9BA1-0DF7C0A16B75}" type="presOf" srcId="{8FA4387E-D794-4956-B6A0-F0BE0789E73A}" destId="{E0256CEF-E726-42BB-928E-D245D85FA7BD}" srcOrd="0" destOrd="0" presId="urn:microsoft.com/office/officeart/2005/8/layout/hList1"/>
    <dgm:cxn modelId="{EB85C9F5-EBF6-44AE-8215-7A2A002B4A58}" srcId="{5DD86C06-BB84-4C44-AB1C-8B3A2665AD24}" destId="{16DF1881-6823-4E65-BC1A-3E55EBC94EDD}" srcOrd="1" destOrd="0" parTransId="{C5588215-0D1E-4389-9360-30E12B4D71E2}" sibTransId="{D342BEE4-61A1-4A85-9C34-C1CFCC8407BE}"/>
    <dgm:cxn modelId="{877519FA-E8C4-496E-AB62-A7E79B6CC0BD}" type="presOf" srcId="{99803142-A5D6-4B21-9E7E-853C5D3EE7FA}" destId="{E0256CEF-E726-42BB-928E-D245D85FA7BD}" srcOrd="0" destOrd="2" presId="urn:microsoft.com/office/officeart/2005/8/layout/hList1"/>
    <dgm:cxn modelId="{2E7B35FC-D647-420E-AE76-CAD9450BD66E}" srcId="{C882C9E8-DD26-4BB5-8E48-F25FA7C223A2}" destId="{67298EA5-FC53-4FCA-BE97-91F573D4D1FE}" srcOrd="0" destOrd="0" parTransId="{52D4866C-2E23-4376-9CC5-7B3DEA8668B1}" sibTransId="{43BB5E39-B4E5-4317-B985-C1DF999B30AE}"/>
    <dgm:cxn modelId="{56672E97-8B0F-4FAD-856E-06672E8B11B1}" type="presParOf" srcId="{909C6434-0CC8-4000-B62C-ED32954167BB}" destId="{E1F44AFD-2CDF-4D17-BA3E-7BE53513E8FB}" srcOrd="0" destOrd="0" presId="urn:microsoft.com/office/officeart/2005/8/layout/hList1"/>
    <dgm:cxn modelId="{5AEEECE0-5D7F-4C58-864E-11373A708C4C}" type="presParOf" srcId="{E1F44AFD-2CDF-4D17-BA3E-7BE53513E8FB}" destId="{0B71C9D1-E080-46EC-AF16-6070DED9ED6B}" srcOrd="0" destOrd="0" presId="urn:microsoft.com/office/officeart/2005/8/layout/hList1"/>
    <dgm:cxn modelId="{AA75D173-7F0E-4361-9008-B280A7496717}" type="presParOf" srcId="{E1F44AFD-2CDF-4D17-BA3E-7BE53513E8FB}" destId="{E0256CEF-E726-42BB-928E-D245D85FA7BD}" srcOrd="1" destOrd="0" presId="urn:microsoft.com/office/officeart/2005/8/layout/hList1"/>
    <dgm:cxn modelId="{74705E48-FCFC-4A1C-852B-35408E20EEF6}" type="presParOf" srcId="{909C6434-0CC8-4000-B62C-ED32954167BB}" destId="{F0CCFC18-3214-452E-9155-16A543C2802C}" srcOrd="1" destOrd="0" presId="urn:microsoft.com/office/officeart/2005/8/layout/hList1"/>
    <dgm:cxn modelId="{0147EA0E-8CCA-4BB1-A0B6-37E62A4E50C2}" type="presParOf" srcId="{909C6434-0CC8-4000-B62C-ED32954167BB}" destId="{4486D990-4DEB-4474-97FC-C83888E66030}" srcOrd="2" destOrd="0" presId="urn:microsoft.com/office/officeart/2005/8/layout/hList1"/>
    <dgm:cxn modelId="{21A3ECC4-B857-4062-B9DD-A9856D5593BB}" type="presParOf" srcId="{4486D990-4DEB-4474-97FC-C83888E66030}" destId="{F51D2967-DCDD-4B79-A821-A88105162581}" srcOrd="0" destOrd="0" presId="urn:microsoft.com/office/officeart/2005/8/layout/hList1"/>
    <dgm:cxn modelId="{FD259484-AF44-4C0F-9E7A-BF7A1CCFF4BC}" type="presParOf" srcId="{4486D990-4DEB-4474-97FC-C83888E66030}" destId="{CC38E1DE-9A79-423C-A501-3EF1FA914B06}" srcOrd="1" destOrd="0" presId="urn:microsoft.com/office/officeart/2005/8/layout/hList1"/>
    <dgm:cxn modelId="{ED65C1D6-937E-4CB1-A8E0-C9BBD1DE1B52}" type="presParOf" srcId="{909C6434-0CC8-4000-B62C-ED32954167BB}" destId="{97D74C10-96EE-49BF-A9AF-147741B80584}" srcOrd="3" destOrd="0" presId="urn:microsoft.com/office/officeart/2005/8/layout/hList1"/>
    <dgm:cxn modelId="{D1577544-8E16-4AD6-ABE9-006E4EF24932}" type="presParOf" srcId="{909C6434-0CC8-4000-B62C-ED32954167BB}" destId="{2C02DB8C-D2AF-42ED-A981-03B6094DEE21}" srcOrd="4" destOrd="0" presId="urn:microsoft.com/office/officeart/2005/8/layout/hList1"/>
    <dgm:cxn modelId="{A97D895A-FC17-4C64-B70E-EB23E7F46EA4}" type="presParOf" srcId="{2C02DB8C-D2AF-42ED-A981-03B6094DEE21}" destId="{4F903BE1-9981-410E-9BA6-F7621E0F5970}" srcOrd="0" destOrd="0" presId="urn:microsoft.com/office/officeart/2005/8/layout/hList1"/>
    <dgm:cxn modelId="{C9093E2A-BEED-4375-9757-996497A0C7EA}" type="presParOf" srcId="{2C02DB8C-D2AF-42ED-A981-03B6094DEE21}" destId="{B2005022-EC21-457D-8495-00B62F49E2F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1C9D1-E080-46EC-AF16-6070DED9ED6B}">
      <dsp:nvSpPr>
        <dsp:cNvPr id="0" name=""/>
        <dsp:cNvSpPr/>
      </dsp:nvSpPr>
      <dsp:spPr>
        <a:xfrm>
          <a:off x="3426" y="13004"/>
          <a:ext cx="3340488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Student / Customer:</a:t>
          </a:r>
        </a:p>
      </dsp:txBody>
      <dsp:txXfrm>
        <a:off x="3426" y="13004"/>
        <a:ext cx="3340488" cy="633600"/>
      </dsp:txXfrm>
    </dsp:sp>
    <dsp:sp modelId="{E0256CEF-E726-42BB-928E-D245D85FA7BD}">
      <dsp:nvSpPr>
        <dsp:cNvPr id="0" name=""/>
        <dsp:cNvSpPr/>
      </dsp:nvSpPr>
      <dsp:spPr>
        <a:xfrm>
          <a:off x="3426" y="646605"/>
          <a:ext cx="3340488" cy="36837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Manage student profile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View study resources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Book tutoring sessions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Leave reviews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 dirty="0"/>
        </a:p>
      </dsp:txBody>
      <dsp:txXfrm>
        <a:off x="3426" y="646605"/>
        <a:ext cx="3340488" cy="3683790"/>
      </dsp:txXfrm>
    </dsp:sp>
    <dsp:sp modelId="{F51D2967-DCDD-4B79-A821-A88105162581}">
      <dsp:nvSpPr>
        <dsp:cNvPr id="0" name=""/>
        <dsp:cNvSpPr/>
      </dsp:nvSpPr>
      <dsp:spPr>
        <a:xfrm>
          <a:off x="3811583" y="13004"/>
          <a:ext cx="3340488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Tutor / Provider:</a:t>
          </a:r>
        </a:p>
      </dsp:txBody>
      <dsp:txXfrm>
        <a:off x="3811583" y="13004"/>
        <a:ext cx="3340488" cy="633600"/>
      </dsp:txXfrm>
    </dsp:sp>
    <dsp:sp modelId="{CC38E1DE-9A79-423C-A501-3EF1FA914B06}">
      <dsp:nvSpPr>
        <dsp:cNvPr id="0" name=""/>
        <dsp:cNvSpPr/>
      </dsp:nvSpPr>
      <dsp:spPr>
        <a:xfrm>
          <a:off x="3813120" y="659608"/>
          <a:ext cx="3340488" cy="36837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Manage tutor profile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Post study resources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View booking statistics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Reply to reviews</a:t>
          </a:r>
        </a:p>
      </dsp:txBody>
      <dsp:txXfrm>
        <a:off x="3813120" y="659608"/>
        <a:ext cx="3340488" cy="3683790"/>
      </dsp:txXfrm>
    </dsp:sp>
    <dsp:sp modelId="{4F903BE1-9981-410E-9BA6-F7621E0F5970}">
      <dsp:nvSpPr>
        <dsp:cNvPr id="0" name=""/>
        <dsp:cNvSpPr/>
      </dsp:nvSpPr>
      <dsp:spPr>
        <a:xfrm>
          <a:off x="7623167" y="0"/>
          <a:ext cx="3340488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SysAdmin</a:t>
          </a:r>
          <a:r>
            <a:rPr lang="en-US" sz="2200" kern="1200" dirty="0"/>
            <a:t>:</a:t>
          </a:r>
        </a:p>
      </dsp:txBody>
      <dsp:txXfrm>
        <a:off x="7623167" y="0"/>
        <a:ext cx="3340488" cy="633600"/>
      </dsp:txXfrm>
    </dsp:sp>
    <dsp:sp modelId="{B2005022-EC21-457D-8495-00B62F49E2F1}">
      <dsp:nvSpPr>
        <dsp:cNvPr id="0" name=""/>
        <dsp:cNvSpPr/>
      </dsp:nvSpPr>
      <dsp:spPr>
        <a:xfrm>
          <a:off x="7619740" y="646605"/>
          <a:ext cx="3340488" cy="36837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Manage users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Moderate tutor profiles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Moderate resources and reviews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200" kern="1200" dirty="0"/>
            <a:t>View usage statistics</a:t>
          </a:r>
        </a:p>
      </dsp:txBody>
      <dsp:txXfrm>
        <a:off x="7619740" y="646605"/>
        <a:ext cx="3340488" cy="3683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7/1/2026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7/1/2026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7/1/2026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7/1/2026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7/1/2026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Studyhub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By: Abdullah Khan, Eman Dweik, Shafath Moreano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65E1-327C-8340-BB4F-0F479BCB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STUDYhub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6465-082C-F7C2-639D-76C60337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StudySpace</a:t>
            </a:r>
            <a:r>
              <a:rPr lang="en-US" sz="2800" dirty="0"/>
              <a:t> is a tutoring support app for any level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Students can find tutors, view study resources, book tutoring sessions, and leave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Tutors, TAs, and Lab Assistants can manage tutoring support and study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SysAdmins</a:t>
            </a:r>
            <a:r>
              <a:rPr lang="en-US" sz="2800" dirty="0"/>
              <a:t> help manage users and moderate the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45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8427E-FE73-9B65-77DB-3F327849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features by user role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72ECF2-C39B-BD7A-599F-079A078590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844168"/>
              </p:ext>
            </p:extLst>
          </p:nvPr>
        </p:nvGraphicFramePr>
        <p:xfrm>
          <a:off x="612647" y="1828800"/>
          <a:ext cx="10963656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6239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9940C-D7C0-4E45-F64E-09C4786EA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8BA9E-7593-4EF1-8EDA-B7CDC88F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Abdullah Khan: Student / Customer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Eman Dweik: Tutor / Provider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Shafath Moreano: </a:t>
            </a:r>
            <a:r>
              <a:rPr lang="en-US" sz="2400" dirty="0" err="1"/>
              <a:t>SysAdmin</a:t>
            </a:r>
            <a:r>
              <a:rPr lang="en-US" sz="2400" dirty="0"/>
              <a:t> prototype and admin role flow</a:t>
            </a:r>
          </a:p>
          <a:p>
            <a:endParaRPr lang="en-US" dirty="0"/>
          </a:p>
          <a:p>
            <a:r>
              <a:rPr lang="en-US" sz="3600" b="1" dirty="0"/>
              <a:t>Demo Plan: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Open the login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Select each user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Show the dashboard/prototype for each actor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098248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  <clbl:label id="{a2761ec8-7198-4440-bea0-e9dd2af28b51}" enabled="1" method="Standard" siteId="{73e15cf5-5dbb-46af-a862-753916269d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{E1F14B6E-06C4-4618-9ABF-07618D37B93E}0f45c1b8-b519-4737-8f12-a18148944ef7-TFfcaeb239-e0ad-43c4-9739-4084ddd7c62fe496f549_win32</Template>
  <TotalTime>18</TotalTime>
  <Words>160</Words>
  <Application>Microsoft Office PowerPoint</Application>
  <PresentationFormat>Widescreen</PresentationFormat>
  <Paragraphs>33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Bahnschrift SemiLight</vt:lpstr>
      <vt:lpstr>Blockwork elegance</vt:lpstr>
      <vt:lpstr>Studyhub</vt:lpstr>
      <vt:lpstr>STUDYhub</vt:lpstr>
      <vt:lpstr>Main features by user role</vt:lpstr>
      <vt:lpstr>Team RESPONSIBILITIES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Shafath Moreano Garzon</dc:creator>
  <cp:lastModifiedBy>Shafath Moreano Garzon</cp:lastModifiedBy>
  <cp:revision>1</cp:revision>
  <dcterms:created xsi:type="dcterms:W3CDTF">2026-07-02T01:39:25Z</dcterms:created>
  <dcterms:modified xsi:type="dcterms:W3CDTF">2026-07-02T01:58:02Z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